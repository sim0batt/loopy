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6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Sim0Batt/Loopy/blob/main/documentation/Functional_Sheet_Loopy.pdf" TargetMode="External"/><Relationship Id="rId4" Type="http://schemas.openxmlformats.org/officeDocument/2006/relationships/hyperlink" Target="https://github.com/Sim0Batt/Loopy/blob/main/documentation/Technical_Sheet_Loopy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3" title="loopy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4075" y="1975775"/>
            <a:ext cx="3375850" cy="11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819150" y="845600"/>
            <a:ext cx="4965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Aim of the Project</a:t>
            </a:r>
            <a:endParaRPr/>
          </a:p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819150" y="1461800"/>
            <a:ext cx="75057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t" sz="1700"/>
              <a:t>Health Armband Monitor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t" sz="1700"/>
              <a:t>Provide Health information during the day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t" sz="1700"/>
              <a:t>Comfort of Use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t" sz="1700"/>
              <a:t>Ease of Use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t" sz="1700"/>
              <a:t>Provide more information than the usual Sport SmartWatches</a:t>
            </a:r>
            <a:endParaRPr sz="1700"/>
          </a:p>
        </p:txBody>
      </p:sp>
      <p:pic>
        <p:nvPicPr>
          <p:cNvPr id="135" name="Google Shape;135;p14" title="loopy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625" y="432275"/>
            <a:ext cx="2178225" cy="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466600"/>
            <a:ext cx="7505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"/>
              <a:t>Project Flow</a:t>
            </a:r>
            <a:endParaRPr/>
          </a:p>
        </p:txBody>
      </p:sp>
      <p:pic>
        <p:nvPicPr>
          <p:cNvPr id="141" name="Google Shape;141;p15" title="loopy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625" y="432275"/>
            <a:ext cx="2178225" cy="7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title="Diagramma senza titolo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8602" y="1425778"/>
            <a:ext cx="4706774" cy="31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"/>
              <a:t>Testing &amp; Problems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94075" y="1588175"/>
            <a:ext cx="7805400" cy="30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test our device we used the full system (Application + Armband) a whole day.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t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Problems:</a:t>
            </a:r>
            <a:endParaRPr b="1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0" i="0" lang="it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it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t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Possible Solutions:</a:t>
            </a:r>
            <a:endParaRPr b="1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0" i="0" lang="it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Upgrade of the data algorithms to make them use less RAM during the calculations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it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of a cloud system and implement a logic of secure connection </a:t>
            </a:r>
            <a:r>
              <a:rPr lang="it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between the cloud and the Raspberry Pi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6" title="loopy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625" y="432275"/>
            <a:ext cx="2178225" cy="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583900"/>
            <a:ext cx="75057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"/>
              <a:t>Remote Management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73800" y="1272325"/>
            <a:ext cx="77964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manage the information retrieved from the device remotely we created a Mobile Android Application.</a:t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application is composed by 6 screens in total: </a:t>
            </a:r>
            <a:r>
              <a:rPr b="1" i="0" lang="it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HomePage, Data, Chat, Device Status, Profile </a:t>
            </a:r>
            <a:r>
              <a:rPr b="0" i="0" lang="it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it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Settings.</a:t>
            </a:r>
            <a:endParaRPr b="1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7" title="Screenshot 2026-02-07 at 16.27.2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862" y="2124850"/>
            <a:ext cx="1168000" cy="249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title="Screenshot 2026-02-07 at 16.28.1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0613" y="2126150"/>
            <a:ext cx="1168000" cy="248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title="Screenshot 2026-02-07 at 16.28.4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6432" y="2120650"/>
            <a:ext cx="1168000" cy="24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title="Screenshot 2026-02-07 at 16.29.0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2263" y="2154561"/>
            <a:ext cx="1168000" cy="2459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title="Screenshot 2026-02-07 at 16.29.28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92832" y="2128190"/>
            <a:ext cx="1168000" cy="2487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title="loopy_logo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9625" y="432275"/>
            <a:ext cx="2178225" cy="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819150" y="601950"/>
            <a:ext cx="7505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Future Ideas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819150" y="1525000"/>
            <a:ext cx="75057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Use of a smaller MicroController to make the device more easy and comfortable to wear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Improve the AWS Machines to use a single one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Make it wearable also in different part of the body, not only the arm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Improve of the Algorithms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Security and Encryption on Login and Register phases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Improvement of LLM usage with more specified LLMs or create an appropriate custom LLM.  </a:t>
            </a:r>
            <a:endParaRPr sz="1600"/>
          </a:p>
        </p:txBody>
      </p:sp>
      <p:pic>
        <p:nvPicPr>
          <p:cNvPr id="168" name="Google Shape;168;p18" title="loopy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625" y="432275"/>
            <a:ext cx="2178225" cy="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" sz="4800"/>
              <a:t>Questions?</a:t>
            </a:r>
            <a:endParaRPr sz="4800"/>
          </a:p>
        </p:txBody>
      </p:sp>
      <p:sp>
        <p:nvSpPr>
          <p:cNvPr id="174" name="Google Shape;174;p19"/>
          <p:cNvSpPr txBox="1"/>
          <p:nvPr/>
        </p:nvSpPr>
        <p:spPr>
          <a:xfrm>
            <a:off x="3854550" y="2147700"/>
            <a:ext cx="14349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Functional Sheet</a:t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Technical Sheet</a:t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